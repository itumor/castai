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45720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CA6A4"/>
                </a:solidFill>
                <a:latin typeface="Calibri"/>
              </a:rPr>
              <a:t>COMPLETE ENGINEERING · OPERATIONS · OPTIMIZATION · 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45775" cy="23774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CAST AI</a:t>
            </a:r>
          </a:p>
          <a:p>
            <a:pPr algn="l">
              <a:spcAft>
                <a:spcPts val="400"/>
              </a:spcAft>
            </a:pPr>
            <a:r>
              <a:rPr sz="5400" b="1">
                <a:solidFill>
                  <a:srgbClr val="2CA6A4"/>
                </a:solidFill>
                <a:latin typeface="Calibri"/>
              </a:rPr>
              <a:t>Karpenter Enterprise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The Field Handbook — EKS (primary) &amp; AKS (secondary)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45775" cy="12801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D8DFE6"/>
                </a:solidFill>
                <a:latin typeface="Calibri"/>
              </a:rPr>
              <a:t>Distilled from the 20-chapter engineering handbook · docs.cast.ai + chart-verified defaults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D8DFE6"/>
                </a:solidFill>
                <a:latin typeface="Calibri"/>
              </a:rPr>
              <a:t>October 2026 · EA Nov 2025 → GA May 2026 → latest changelog Jul 2026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8871E"/>
                </a:solidFill>
                <a:latin typeface="Calibri"/>
              </a:rPr>
              <a:t>Integrity: every fact cited or flagged; unshipped features never promised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DECK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What's inside — 20 chapters in 6 parts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Part 1 · Foundations (Ch 1–3)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what the suite is, architecture &amp; responsibility split, prerequisites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Part 2 · Install &amp; Kentroller (Ch 4–6)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5 install scenarios, Kentroller CRDs &amp; plan engine, rebalancing modes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Part 3 · Optimization Features (Ch 7–12)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NodePools, Workload Autoscaler, Spot intelligence, Live Migration, Commitments, tuning matrix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Part 4 · Operations &amp; FinOps (Ch 13–18)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monitoring, savings measurement, troubleshooting playbook, security, day-2 ops, adoption strategy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Part 5 · Reference (Ch 19–20 + App A/B)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hypothetical case study, quick reference, source inventory, 20-row documentation conflict log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A6B7B"/>
                </a:solidFill>
                <a:latin typeface="Calibri"/>
              </a:rPr>
              <a:t>Color code: teal = documented fact · orange = caveat / doc conflict / unverified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23774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CA6A4"/>
                </a:solidFill>
                <a:latin typeface="Calibri"/>
              </a:rPr>
              <a:t>PART 1 · CHAPTERS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4630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What the suite is — and is not. Architecture, responsibility split, and the readiness gate before anything touches a cluster.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291072"/>
            <a:ext cx="731520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 · EXECUTIVE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What the suite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An optimization layer ON TOP of open-source Karpenter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it extends Karpenter, it never replaces it — Karpenter remains the provisioner; CAST AI influences decisions via CRDs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Three GA pillars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Continuous Rebalancing · Spot interruption prediction · Workload rightsizing — plus Commitments steering and Container Live Migration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Timeline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Early Access Nov 2025 → GA May 2026 → per-mode cycles, EC2 Instance SP, disposable annotation, API parity by Jul 2026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Scope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Karpenter-managed nodes only — pre-Karpenter legacy nodes, EKS managed node groups, Cluster-Autoscaler nodes are out of scope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HARD RULE — </a:t>
            </a:r>
            <a:r>
              <a:rPr sz="1400" b="0">
                <a:solidFill>
                  <a:srgbClr val="C0392B"/>
                </a:solidFill>
                <a:latin typeface="Calibri"/>
              </a:rPr>
              <a:t>standard CAST AI Node Autoscaler + Karpenter in the same cluster = unsupported, undefined behavior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Switch-away path exists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delete namespace castai-agent, uninstall Karpenter, re-onboard as standard cluster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 ·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Three models you must not conflate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3200400"/>
                <a:gridCol w="2651760"/>
              </a:tblGrid>
              <a:tr h="4963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OSS Karpenter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Karpenter Enterprise (CAST AI)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CAST AI Autoscaler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Node provisioning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✔ (you operate it)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✔ Karpenter stays provisioner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✔ CAST AI controller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Cost-driven consolidation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native consolidation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Continuous Rebalancing takes over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Evictor + Rebalancer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Spot prediction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2-min AWS notice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ML model, up to ~30 min lead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same ML family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Commitment steering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weight-100 shadow NodePools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commitment-aware selection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Rightsizing (WOOP)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identical behavior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identical behavior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Live migration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via castai-live + Kentroller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via castai-live + Evictor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2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Responsibility split — who does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Kentroller (in-cluster controller)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watches CAST AI CRDs, generates/executes rebalancing plans, talks to Karpenter NodeClaims/NodePools; 2 replicas, leader-elected, 1 CPU/2Gi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CRDs (cluster-scoped, autoscaling.cast.ai/v1alpha)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RebalancePlan (rp) · RebalancePlanClaim (rpc) · RebalancePlanSchedule (rps) · RebalanceMigrationPlan · UnavailableOffering (uo) · CommitmentBudget (cb)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kent Helm wrapper pins everything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kentroller 0.27.1 · agent 0.162.7 · cluster-controller 0.92.20 · live 0.141.0 · pod-mutator 0.17.11 · spot-handler 0.35.11 · kvisor 1.165.5 · WOOP (+exporter) 1.14.2 [chart-verified]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CAST AI SaaS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console, API/gRPC, ML prediction API, audit — claim-driven plans are SaaS-generated; Continuous Rebalancing computes locally (works during SaaS outages)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Karpenter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keeps provisioning, drift detection, and its interruption queue — Kentroller suppresses competing consolidation during its own plans (disruptGuard)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3 · READINESS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Prerequisites — verify before install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Versions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EKS self-managed Karpenter ≥ 1.0.0 · AKS self-managed ≥ 1.0.0 or NAP (auto-detected via karpenter.azure.com CRDs) · kubectl ≥ 1.19 · Helm ≥ 3.14 (--reset-then-reuse-values)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AWS permissions (installer)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create IAM roles/policies, instance profiles, manage EC2 SGs — Karpenter's own provisioning IAM stays yours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AKS identity (mandatory)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kastroller azure.subscriptionID else chart fails; workload identity federated subject = system:serviceaccount:castai-agent:castai-kentroller (chart adds labels/annotations itself)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Egress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api.cast.ai:443 · grpc.cast.ai:443 · files.cast.ai · kvisor.* · ghcr.io (or us-docker.pkg.dev fallback) — per-region EU/India variants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Proxies/TLS interception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dual-key CA secret (TLS_CA_CERT_FILE AND TLS_CA_CERT); kvisor lacks trustedCACertSecretRef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Multi-provisioner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no other autoscaler co-existing with Karpenter; PrivateLink/PSC path for KE = not documented — confirm with CAST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23774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CA6A4"/>
                </a:solidFill>
                <a:latin typeface="Calibri"/>
              </a:rPr>
              <a:t>PART 2 · CHAPTERS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4630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Installation &amp; the Kentroller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Five install scenarios, chart traps that break onboarding, the CRD machinery, and how rebalancing actually decides.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291072"/>
            <a:ext cx="731520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4 · READ THIS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Install: the six facts that prevent 90% of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Chart identity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install castai-helm/castai — dir is charts/castai-umbrella but chart name: castai; legacy castai-umbrella alias exists (3 doc variants → App. B #3)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kent profile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kent.enabled=true enables the whole Karpenter Enterprise wrapper (v0.16.0)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E8871E"/>
                </a:solidFill>
                <a:latin typeface="Calibri"/>
              </a:rPr>
              <a:t>Values nesting — </a:t>
            </a:r>
            <a:r>
              <a:rPr sz="1400" b="0">
                <a:solidFill>
                  <a:srgbClr val="E8871E"/>
                </a:solidFill>
                <a:latin typeface="Calibri"/>
              </a:rPr>
              <a:t>umbrella path is kent.castai-kentroller.&lt;…&gt; [chart-verified]; docs often show castai-kentroller.&lt;…&gt; — verify with helm get values castai -a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One release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everything in -n castai-agent as release castai; watch castai-kent-preflight reach Completed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Secrets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prefer global.castai.apiKeySecretRef=castai-credentials (key API_KEY) via External Secrets; never inline in Git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Toolchain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Helm ≥ 3.14.0; castctl bundles its own Helm logic (no local helm/jq/yq needed)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4 · PICK YOUR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Five install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3017520"/>
                <a:gridCol w="5303520"/>
              </a:tblGrid>
              <a:tr h="4953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Use when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Key deltas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A · castctl (recommended)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standard EKS/AKS onboarding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auto-detects provider/Karpenter; --dry-run; creates cloud identity; prints console URL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B · Manual Helm (EKS)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castctl not permitted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kent.enabled=true + provider=eks + apiKey(SecretRef) + apiURL/grpcURL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 · AKS / NAP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Azure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+ azure.subscriptionID &amp; workloadIdentityClientID; managedKarpenter=true for NAP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D · GitOps (Argo/Flux)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enterprise change control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pin version; prune=false; CAST AI owns cb/zzz-*/rpc CRs — ignoreDifferences; External Secrets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53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E · Restricted envs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platform team pre-creates IAM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pre-created identities/secrets; proxy+CA; standalone deploymentMode exists but unsupported pattern → confirm with CAST AI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5 · KENTROLLER CRDS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The six CRDs you will operate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"/>
                <a:gridCol w="4754880"/>
                <a:gridCol w="2926080"/>
              </a:tblGrid>
              <a:tr h="4963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CRD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Watch with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RebalancePlan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concrete plan: nodes to add/remove, savings, execution phases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describe rp &lt;n&gt;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RebalancePlanClaim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rpc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one execution request (console/schedule/CRB)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get rpc -w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RebalancePlanSchedule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rps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cron schedules (UTC)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get rps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RebalanceMigrationPlan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CLM coordination inside a plan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get migrations -A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638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UnavailableOffering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uo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temporarily avoid (type, zone, capacity)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get uo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CommitmentBudget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cb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RI/SP steering → shadow pools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kubectl get cb / describe cb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5 · PLAN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Lifecycle, gates, and failure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Claim states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Pending → Generating → Ready → Executing → Completed | Failed (run/stuck here first when debugging)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Execution phases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Creation (new NodeClaims; ICE retries recorded as -attempt-N, UnavailableOffering written) → savings re-check → Deletion (drain or CLM via RebalanceMigrationPlan; LiveMigration* states tracked)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Savings gate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executionPolicy.achievedSavingsPercentageThreshold — abort = FailureReasonInsufficientSavings; validated numbers in status.validatedSavings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Failure recovery (documented)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failurePhase=Creation → delete new NodeClaims; =Deletion → uncordon new nodes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Consolidation controller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deletes NodeClaims on expireAfter, CRB drains, and empty nodes — Karpenter terminates the instance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Feature gating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dynamic via console (no restarts) — except nodePoolFilterMode &amp; disruptGuard (pod restart)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6 · CONSOLIDATION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Three rebalancing paths — and the CRB mode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Continuous (CRB)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recurring in-cluster cycles; plan computed LOCALLY (no SaaS round-trip — survives CAST AI outages); auto-executes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Scheduled (rps)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cron UTC → claim template → optional autoExecute; night-shift spot rebalances, maintenance windows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Manual / console / API (rpc)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first rebalance, one-off moves; track via kubectl get rebalancing -n castai-agent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Mode ladder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delete-empty ⊂ drain-only ⊂ full · default = full; drain-only = bin-pack onto EXISTING capacity, zero new nodes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Both savings gates required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projected ≥ savingsThresholdPercent (default 15, % of TOTAL cluster cost, full mode only) AND ≥ $50/mo (env) — not either/or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Cadences [chart-verified]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base 60s · full-mode 1800s · drain-only 60s · delete-empty 60s; minNodeAge 300s; failure backoff 30m; ≤ 10 nodes/iteration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989320"/>
            <a:ext cx="3108959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6039612"/>
            <a:ext cx="2999231" cy="29260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alibri"/>
              </a:rPr>
              <a:t>exclude annotation blocks ALL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76472" y="5989320"/>
            <a:ext cx="2545689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5" y="6039612"/>
            <a:ext cx="2435961" cy="29260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alibri"/>
              </a:rPr>
              <a:t>budgets re-checked every 30s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6753" y="5989320"/>
            <a:ext cx="2545689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1617" y="6039612"/>
            <a:ext cx="2435961" cy="29260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alibri"/>
              </a:rPr>
              <a:t>WhenEmpty → empty nodes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7035" y="5989320"/>
            <a:ext cx="1741017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1899" y="6039612"/>
            <a:ext cx="1631289" cy="29260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B2545"/>
                </a:solidFill>
                <a:latin typeface="Calibri"/>
              </a:rPr>
              <a:t>static pools never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6 ·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Exclusion hierarchy &amp; eviction strictness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Strongest first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① NodePool annotation kentroller.cast.ai/consolidation:exclude (blocks everything incl. delete-empty &amp; drift) ② node label autoscaling.cast.ai/removal-disabled=true ③ Karpenter natives (WhenEmpty, disruption.budgets, do-not-disrupt)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Filter mode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nodePoolFilterMode opt-out (default) vs opt-in — opt-in with zero includes stops ALL rebalancing; static setting, restart required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Excluded pools can still RECEIVE nodes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replacements placed there become untouchable — audit pool annotations when nodes never get consolidated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EvictionConfig (most restrictive match wins)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removalDisabled &gt; disposable &gt; aggressive; podSelector XOR nodeSelector per entry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Doc vs chart field drift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docs write nodeSelector, chart comments write nodeSelectorTerm — dry-run against your chart before wide rollout (App. B #6)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23774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CA6A4"/>
                </a:solidFill>
                <a:latin typeface="Calibri"/>
              </a:rPr>
              <a:t>PART 3 · CHAPTERS 7–12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4630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The Optimization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NodePool hygiene, workload rightsizing, spot intelligence, live migration, commitments — and one tuning matrix to rule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291072"/>
            <a:ext cx="731520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7 · NODEPOOLS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Design choices that decide what CAST AI can do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Breadth = search space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broad multi-generation requirements give CRB its 'largest replaceable subset' and ICE recovery alternatives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Capacity-type discipline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separate/label spot vs on-demand pools — schedules scope on karpenter.sh/capacity-type; commitments only clone spot-allowing pools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Weights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shadow commitment pools win via weight 100 + 'zzz-' lexicographic tiebreak — design your own weights around that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consolidationPolicy &amp; budgets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WhenEmptyOrUnderutilized for flexible pools; budgets rate-limit deletions (both Karpenter-native, honored by CRB)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CLM-forward pools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single-arch (amd64/arm64 never 'Any'), AL2023, generation-compatible families — decide per pool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EKS VPC CNI trade-off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prefix delegation raises pod density (better bin-packing) but forbids the CLM VPC-CNI same-IP path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8 · WORKLOAD AUTOSCALER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Rightsizing that feeds Karpenter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Identical on Karpenter &amp; Autoscaler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operates at workload level; tighter requests → denser packing → CRB removes nodes (incl. pending recommendations)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Apply modes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immediate (default; Eviction API → PDBs enforced) vs deferred (natural recreation; in-place resize on K8s 1.33+)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Forced-deferred overrides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hostname anti-affinity · hostNetwork · Rollouts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Unhealthy bypass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OOMKilled / CrashLoopBackOff pods deleted directly, bypassing PDB checks — by design (recovery)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Confidence ramp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&lt;2.4h → 10% cap · &lt;6h → 25% · &lt;24h → 35% · &gt;24h full; manual enable bypasses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OOM response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+20% or +100Mi (whichever greater), linear decay 24h, cap 2.5×, loop-guard 20 OOM/h → 4h pause (diagram says 500Mi floor — App. B #9)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HPA interop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CPU overhead ignored when VPA+HPA both on; target converter stops drift fights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9 · SPOT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Prediction → claim → replacement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Lead time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KE pages: up to ~30 min vs AWS's 2-minute notice (other pages say 1h/180-min model window — plan around 30, App. B #7)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Signal path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node labeled autoscaling.cast.ai/predicted-interruption=true → scoped rpc → SpotInterruptionPredicted event → 15-min replacement cooldown · polls ML API every 1m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Without CLM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Kentroller signals Karpenter's interruption queue → Karpenter's standard replacement with extended lead (needs SQS queue + IAM)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With CLM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CRB + live migration move workloads off the at-risk node first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Observe &amp; report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spot-handler is monitoring-only; observed ICE/interruptions reported — prediction-only never reported as observed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NOT shipped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on-demand→spot fallback recovery + spot reliability model are 'planned future release' — nightly spot-scoped schedule is the honest interim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10 · CONTAINER LIVE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CRIU-based moves with 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Default OFF in kent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castai-live controller.replicaCount 0→2 to enable + kentroller castai.clm.enabled [chart-verified]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Hard gates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K8s ≥ 1.30 · containerd v2+ · AL2023 on EKS (no Bottlerocket/AL2) · both nodes CAST AI-managed · single-arch pools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Three TCP paths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VPC CNI (same IP; no prefix delegation/IPv6/multi-NIC; 'kubernetes.io/role/cni' tag forbidden) · Traffic Control (kernel 6.6+, new IP, in-cluster only) · Calico full CNI (VXLAN)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Label matrix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removal-disabled → migrate but NO eviction fallback · live-migration-disabled → skip · disposable=true → always evict · StatefulSets: no fallback unless disposable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Not supported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DaemonSets · GPU · io_uring/MPTCP/heavy eBPF · privileged; PVC reattach ≈ 9s on EBS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Messaging discipline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'briefly paused' ≠ zero downtime; on Spot, migration before CSP termination cannot be guaranteed — sell it as near-zero for eligible pods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11 · COMMITMENTS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Shadow NodePools steer workloads into your RI/SP discounts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The gap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Karpenter has no native commitment awareness — it will buy full-price capacity while discounts idle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The mechanism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console assignment → CommitmentBudget CRDs → Kentroller clones compatible Spot-allowing pools as zzz-castai-budget-* / zzz-castai-sp-*, weight 100, on-demand only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Continuous steering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shadow-pool limits re-tuned every 2 minutes: zonal RI = node count; regional RI + SP = CPU millicores floor($ / pricePerCPU × 1000); min 1 vCPU/pool else InsufficientCommitment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Guards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EKS-only (AKS not yet) · Kentroller ≥ v0.1.162 for Savings Plans · drainMode off|safe|aggressive (default off) · your pools never modified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Teardown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unassign/disable → limits 0 → drain → delete; verify with kubectl get cb + kubectl get nodepools | grep zzz-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FinOps caution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attribute commitment UTILIZATION improvement — the discount itself was already yours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12 · ONE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Tuning profiles — conservative / balanced / aggressive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2286000"/>
                <a:gridCol w="2286000"/>
                <a:gridCol w="2103120"/>
              </a:tblGrid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Knob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Conservative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Balanced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Aggressive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CRB mode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drain-only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drain-only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savingsThresholdPercent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8–10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$ / month gate (env)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minNodeAgeSeconds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fullModeCycleInterval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3600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1800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evictionConfig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[]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+ removalDisabled criticals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+ aggressive N≥3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+ disposable Jobs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commitment drainMode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off → safe later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safe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CLM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on (eligible pools)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16752"/>
            <a:ext cx="1118585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871E"/>
                </a:solidFill>
                <a:latin typeface="Calibri"/>
              </a:rPr>
              <a:t>Rule: one knob per PR · measure ≥1 week · rollback command pre-staged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23774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CA6A4"/>
                </a:solidFill>
                <a:latin typeface="Calibri"/>
              </a:rPr>
              <a:t>PART 4 · CHAPTERS 13–18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4630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Operations, FinOps &amp;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See it, measure it, fix it, govern it — and roll it out without a single avoidable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291072"/>
            <a:ext cx="731520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13 ·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Telemetry surfaces that actually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CRDs as your primary console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rp/rpc/rps/uo/cb + kubectl get rebalancing -n castai-agent (console progress for Karpenter is thin)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Metrics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Kentroller :8443 [chart-verified] — metric names NOT published; discover via /metrics, don't hardcode; OTel export enabled in connected mode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Audit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castai-audit namespace events + console Event Log; ship into your SIEM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Cost feeds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console reports (60s refresh) + API: /cost-reports/clusters/{id}/{savings,estimated-savings,cost}, /organization/cost-comparison [OpenAPI-verified]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Alert on mechanics, not money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pod health, CrashLoops (app=castai-kentroller), Failed/DoneWithWarnings plans, stuck Executing &gt; 1h, NodeClaim &gt; 15 min, uo growth — never alert on absolute savings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14 · FINOPS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Measure savings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Core math (documented)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realized = projected − actual · baseline = 4 frozen params over window · both % cards gated at 20% adoption · Total = autoscaler savings only — never add realized + WA cards (double count)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Pricing basis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public pricing + your Price adjustments — NOT your CUR/bill; list-price view unavailable pre Aug-2025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THE KARPENTER GAP — </a:t>
            </a:r>
            <a:r>
              <a:rPr sz="1350" b="0">
                <a:solidFill>
                  <a:srgbClr val="C0392B"/>
                </a:solidFill>
                <a:latin typeface="Calibri"/>
              </a:rPr>
              <a:t>every FinOps page is autoscaler-written; KE pages claim 'works identically' — baseline method &amp; card gating for Kentroller clusters are NOT documented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6-step verification protocol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14+ days → check cards → record baseline source → one attributable rebalance → compare Δcost vs plan savings → reconcile to CUR month-end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Attribution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incremental over your OSS-Karpenter baseline: scale-corrected Period A vs B + Σ plan projectedSavings + request deltas + Δcommitment utilization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Report shape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gross savings · platform fee · net — always separate (handbook Ch 14.5 has a fully-labeled hypothetical 30-day model)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15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Playbook digest — 20 scenarios in 4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937760"/>
              </a:tblGrid>
              <a:tr h="49377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scenarios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First moves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Connectivity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pods pending · kentroller CrashLoop · private egress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preflight Job logs · curl api.cast.ai from node · secret key API_KEY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No activity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no plans · claims stuck Generating · savings report empty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BOTH thresholds? opt-in filter empty? cluster &lt; 14 days (absent ≠ zero)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Stuck execution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plan stuck Executing · NodeClaim &gt; 15 min · nodes not removed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describe rp (nodesDeletion) · PDBs/budgets · uo list · excluded-pool trap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Weird outcomes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surprise replacements · savings mismatch · GitOps fights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expireAfter/drift check · Discounted view + Price adjustments · Argo ignoreLists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16752"/>
            <a:ext cx="1118585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871E"/>
                </a:solidFill>
                <a:latin typeface="Calibri"/>
              </a:rPr>
              <a:t>Escalation trigger (documented): repeated same-error plans · NodeClaims &gt; 15 min · persistent connection errors — attach logs + CRD YAMLs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16–17 · GOVERN &amp;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Security boundaries and the day-2 cadence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Identity per scenario E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pre-created cloud identities; org-level API key in External Secrets; quarterly rotation; key per cluster archetype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Two RACI roles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castai-reader (reports) vs castai-operator (CRB mode, aggressive eviction, drainMode≠off) — destructive knobs behind change approval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GitOps boundaries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your Git owns pools/schedules/values; CAST AI owns cb/zzz-*/rpc CRs + dynamicConfig (chart already marks IgnoreExtraneous)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Daily/weekly/monthly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pods + failed plans / rp outcomes + values diffs + uo reasons / FinOps report + commitment audit + upgrade review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222A33"/>
                </a:solidFill>
                <a:latin typeface="Calibri"/>
              </a:rPr>
              <a:t>SaaS outage behavior — </a:t>
            </a:r>
            <a:r>
              <a:rPr sz="1350" b="0">
                <a:solidFill>
                  <a:srgbClr val="222A33"/>
                </a:solidFill>
                <a:latin typeface="Calibri"/>
              </a:rPr>
              <a:t>CRB continues locally; claims/schedules/toggles/prediction degrade — Karpenter unaffected</a:t>
            </a:r>
          </a:p>
          <a:p>
            <a:pPr algn="l">
              <a:spcAft>
                <a:spcPts val="500"/>
              </a:spcAft>
            </a:pPr>
            <a:r>
              <a:rPr sz="1350" b="1">
                <a:solidFill>
                  <a:srgbClr val="E8871E"/>
                </a:solidFill>
                <a:latin typeface="Calibri"/>
              </a:rPr>
              <a:t>Emergency chain — </a:t>
            </a:r>
            <a:r>
              <a:rPr sz="1350" b="0">
                <a:solidFill>
                  <a:srgbClr val="E8871E"/>
                </a:solidFill>
                <a:latin typeface="Calibri"/>
              </a:rPr>
              <a:t>suspend all rps → CRB off → labels/annotations protect → commitments off → (only if needed) helm uninstall + delete namespace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18 ·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7-phase adoption — with gates, not hope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937760"/>
                <a:gridCol w="3931920"/>
              </a:tblGrid>
              <a:tr h="49720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Gate to advance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0 Inventory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pools, workloads, PDBs, commitments mapped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written risk list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1 Baseline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connect, zero features, 7–14d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stable cost report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2 Staging proof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CRB drain-only + manual rebalance + CLM scan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plans complete, no blips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3 Rightsizing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WOOP pilot → wave rollout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-requests, no OOM loops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4 Prod rebalancing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CRB drain-only 20%/$100, nightly schedules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2 stable weeks, zero PDB incidents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5 Spot &amp; commitments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assign commitments, prediction on, drainMode off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utilization ↑, fallback debt ↓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20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02A43"/>
                          </a:solidFill>
                          <a:latin typeface="Calibri"/>
                        </a:rPr>
                        <a:t>6–7 Steady state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CRB full balanced, CLM eligible pools, FinOps monthly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222A33"/>
                          </a:solidFill>
                          <a:latin typeface="Calibri"/>
                        </a:rPr>
                        <a:t>Day 30/60/90 signed off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16752"/>
            <a:ext cx="1118585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871E"/>
                </a:solidFill>
                <a:latin typeface="Calibri"/>
              </a:rPr>
              <a:t>Every phase: SLO green 2 weeks · ticket with exact knob diff · named rollback command · one feature at a time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47088"/>
            <a:ext cx="2377440" cy="54864"/>
          </a:xfrm>
          <a:prstGeom prst="rect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8871E"/>
                </a:solidFill>
                <a:latin typeface="Calibri"/>
              </a:rPr>
              <a:t>PART 5 · CHAPTERS 19–20 &amp; APPENDICES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14630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Case Study &amp; Honesty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A hypothetical 90-day rollout using the handbook's method — and the 20 documentation conflicts this deck refuses to hide.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0135" y="6291072"/>
            <a:ext cx="731520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CH 19 · CASE STUDY (HYPOTHETICAL)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“Aurora Bank” — 90 days from connect to −21%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85855" cy="507492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Wk 1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castctl connect EKS prod + AKS dev · zero features · baseline window runs (projected == actual by design)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Wk 3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available savings: 11% rightsizing, 18% oversized nodes, RI util 52%; first manual rebalance → DoneWithWarnings (budget gating)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Wk 4–6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WOOP wave (−12% requests) → prod CRB drain-only: 31 plans, 2 Failed (savings-gate + drain timeout → evictionConfig fix), 24 nodes removed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Wk 8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2 RIs + 1 Compute SP assigned → zzz- shadow pools live; CLM pilot: 14 migrations ok, 1 eBPF workload excluded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222A33"/>
                </a:solidFill>
                <a:latin typeface="Calibri"/>
              </a:rPr>
              <a:t>Day 90 — </a:t>
            </a:r>
            <a:r>
              <a:rPr sz="1400" b="0">
                <a:solidFill>
                  <a:srgbClr val="222A33"/>
                </a:solidFill>
                <a:latin typeface="Calibri"/>
              </a:rPr>
              <a:t>provisioned CPU −22% · effective $/vCPU-h −14% · $34.1k → $26.9k (−21%) · reconciled ±4% vs CUR · net reported after fee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E8871E"/>
                </a:solidFill>
                <a:latin typeface="Calibri"/>
              </a:rPr>
              <a:t>All numbers are illustrative method examples — never present them as CAST AI-published rates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41148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"/>
            <a:ext cx="1118585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CA6A4"/>
                </a:solidFill>
                <a:latin typeface="Calibri"/>
              </a:rPr>
              <a:t>APP B · HONESTY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85855" cy="658368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Documentation conflicts you should know about (top 8 of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180015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0135" y="6473952"/>
            <a:ext cx="731520" cy="310896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760720"/>
                <a:gridCol w="4937760"/>
              </a:tblGrid>
              <a:tr h="4978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Conflict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Handbook resolution</a:t>
                      </a:r>
                    </a:p>
                  </a:txBody>
                  <a:tcPr marT="27432" marB="27432">
                    <a:solidFill>
                      <a:srgbClr val="0B2545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CRB % default: env 0.0 vs Helm 15 (renamed key)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chart wins: savingsThresholdPercent=15, cluster-cost scoped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cycle: env 10s vs chart 60s (+1800 full mode)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chart cadences authoritative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values nesting with/Without kent. prefix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chart tree kent.castai-kentroller.*; verify helm get values -a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evictionConfig nodeSelector vs nodeSelectorTerm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unverified divergence — dry-run first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prediction horizon 30m vs 1h vs 180m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plan around ≤30 min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spot-handler 3 role descriptions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monitoring-only; fallback recovery not GA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OOM floor 100Mi text vs 500Mi diagram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quoted both, flagged</a:t>
                      </a:r>
                    </a:p>
                  </a:txBody>
                  <a:tcPr marT="18288" marB="18288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02A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realized-savings mechanics on Karpenter: undocumented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222A33"/>
                          </a:solidFill>
                          <a:latin typeface="Calibri"/>
                        </a:rPr>
                        <a:t>Ch 14 gap + empirical protocol before CFO claims</a:t>
                      </a:r>
                    </a:p>
                  </a:txBody>
                  <a:tcPr marT="18288" marB="18288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016752"/>
            <a:ext cx="1118585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8871E"/>
                </a:solidFill>
                <a:latin typeface="Calibri"/>
              </a:rPr>
              <a:t>Full 20-row conflict + gap table: handbook Appendix B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10512"/>
            <a:ext cx="2377440" cy="54864"/>
          </a:xfrm>
          <a:prstGeom prst="rect">
            <a:avLst/>
          </a:prstGeom>
          <a:solidFill>
            <a:srgbClr val="2CA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45775" cy="5486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CA6A4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45775" cy="91440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Non-intrusive. Verifiable. Honest about the gaps.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45775" cy="237744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A6A4"/>
                </a:solidFill>
                <a:latin typeface="Calibri"/>
              </a:rPr>
              <a:t>Keep Karpenter; gain CRB, spot foresight, rightsizing, commitment steering and live migration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Start silent → baseline → drain-only → commitments → full; one knob at a time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D8DFE6"/>
                </a:solidFill>
                <a:latin typeface="Calibri"/>
              </a:rPr>
              <a:t>Alert on failed plans, not on savings. Report gross − fee = net. Reconcile to CUR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A6B7B"/>
                </a:solidFill>
                <a:latin typeface="Calibri"/>
              </a:rPr>
              <a:t>Sources: docs.cast.ai (22 refs) + castai umbrella chart 0.45.8 / kent 0.16.0 [chart-verified] + live OpenAPI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10545775" cy="365760"/>
          </a:xfrm>
          <a:prstGeom prst="rect">
            <a:avLst/>
          </a:prstGeom>
          <a:noFill/>
        </p:spPr>
        <p:txBody>
          <a:bodyPr wrap="square" lIns="9144" rIns="9144" tIns="4572" bIns="4572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B7B"/>
                </a:solidFill>
                <a:latin typeface="Calibri"/>
              </a:rPr>
              <a:t>CAST AI Karpenter Enterprise — Field Handbook Deck · 2026-10-17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