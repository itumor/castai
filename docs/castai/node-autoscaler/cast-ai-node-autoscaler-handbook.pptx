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508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B0B9"/>
                </a:solidFill>
                <a:latin typeface="Calibri"/>
              </a:rPr>
              <a:t>PRODUCTION ENGINEERING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CAST AI</a:t>
            </a:r>
          </a:p>
          <a:p>
            <a:r>
              <a:rPr sz="5400" b="1" i="0">
                <a:solidFill>
                  <a:srgbClr val="FFFFFF"/>
                </a:solidFill>
                <a:latin typeface="Calibri"/>
              </a:rPr>
              <a:t>Node Autoscaler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BDE8EA"/>
                </a:solidFill>
                <a:latin typeface="Calibri"/>
              </a:rPr>
              <a:t>Architecture · Tuning · Spot · Rebalancing · CLM · FinOps · Operations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8A94A6"/>
                </a:solidFill>
                <a:latin typeface="Calibri"/>
              </a:rPr>
              <a:t>Compiled from ~95 official documentation pages, 9 API references and 14 months of changelogs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Research snapshot: 2026-10-17  ·  EKS / GKE / AKS</a:t>
            </a:r>
          </a:p>
          <a:p>
            <a:r>
              <a:rPr sz="1100" b="0" i="0">
                <a:solidFill>
                  <a:srgbClr val="8A94A6"/>
                </a:solidFill>
                <a:latin typeface="Calibri"/>
              </a:rPr>
              <a:t>Facts marked [Doc] = official CAST AI docs · [Engineering] = field recommendation · [Unverified] = doc gap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WHY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CAST AI Node Autoscaler = remote SaaS brain + in-cluster executors: agent syncs cluster state every ~15 s; the platform bin-packs unschedulable pods and picks the cheapest fitting instance; controllers execute.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Scale-up trigger is ONLY unschedulable pods (Pending + PodScheduled=False/Unschedulable). Scale-down removes only EMPTY nodes — unless Evictor or the Rebalancer deliberately creates emptiness.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Expected node provisioning time: 60–120 s [Doc].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500" b="1" i="0">
                <a:solidFill>
                  <a:srgbClr val="1A1A2E"/>
                </a:solidFill>
                <a:latin typeface="Calibri"/>
              </a:rPr>
              <a:t>Five levers that decide production success:</a:t>
            </a:r>
          </a:p>
          <a:p>
            <a:pPr lvl="1">
              <a:spcAft>
                <a:spcPts val="300"/>
              </a:spcAft>
            </a:pPr>
            <a:r>
              <a:rPr sz="150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Node Templates (constraints, spot strategy, CLM, reservations) + Node Configurations (versioned boot/network — new nodes only)</a:t>
            </a:r>
          </a:p>
          <a:p>
            <a:pPr lvl="1">
              <a:spcAft>
                <a:spcPts val="300"/>
              </a:spcAft>
            </a:pPr>
            <a:r>
              <a:rPr sz="150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Policies: unschedulable-pods (required for rebalancing!), cluster max-CPU cap, empty-node delay (API default 300 s), scoped mode</a:t>
            </a:r>
          </a:p>
          <a:p>
            <a:pPr lvl="1">
              <a:spcAft>
                <a:spcPts val="300"/>
              </a:spcAft>
            </a:pPr>
            <a:r>
              <a:rPr sz="150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Evictor (60 s cycles · 5-min grace · 20 targets/cycle defaults) vs Rebalancer (plans, graceful drain-failed, savings gates)</a:t>
            </a:r>
          </a:p>
          <a:p>
            <a:pPr lvl="1">
              <a:spcAft>
                <a:spcPts val="300"/>
              </a:spcAft>
            </a:pPr>
            <a:r>
              <a:rPr sz="150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Spot safety stack: fallback + re-review · interruption prediction (1h AWS / 3h GCP) · reliability 0–100 % · self-service interruption drills</a:t>
            </a:r>
          </a:p>
          <a:p>
            <a:pPr lvl="1">
              <a:spcAft>
                <a:spcPts val="300"/>
              </a:spcAft>
            </a:pPr>
            <a:r>
              <a:rPr sz="150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FinOps loop: realized = projected − actual · ≥20 % adoption gates · ≥14-day baseline maturity · commitments in top template tiers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16 CHAPTERS IN 30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01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Architecture &amp; internals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96312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02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Prerequisites &amp; 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66744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03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Installation &amp;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37176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04-06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Policies · Templates · Configurations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07-08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Scale-up &amp; scale-down (Evictor)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96312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09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Spot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666744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10-11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Rebalancing &amp; advanced ops (CLM / hibernation)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837176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12-13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Troubleshooting &amp;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2588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14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Cost optimization &amp; FinOps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96312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15-16  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Profiles &amp; playbooks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66744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sz="2200" b="1" i="0">
                <a:solidFill>
                  <a:srgbClr val="00B0B9"/>
                </a:solidFill>
                <a:latin typeface="Calibri"/>
              </a:rPr>
              <a:t>•</a:t>
            </a:r>
          </a:p>
          <a:p>
            <a:r>
              <a:rPr sz="1250" b="1" i="0">
                <a:solidFill>
                  <a:srgbClr val="1A1A2E"/>
                </a:solidFill>
                <a:latin typeface="Calibri"/>
              </a:rPr>
              <a:t>Gaps · benchmark method ·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 · ARCHITECTURE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The four-step control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606040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1 · Watching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Agent informers sync cluster state to CAST AI every 15 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33426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1737360"/>
            <a:ext cx="2606040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2 · Calculating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Extra capacity needed + empty-node detection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71032" y="233426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737360"/>
            <a:ext cx="2606040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3 · Evaluating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Bin-pack pods (NP-hard approx.) → filter → sort by price → cheapest fit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33104" y="233426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89136" y="1737360"/>
            <a:ext cx="2606040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4 · Provisioning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Create right-sized nodes; remove empty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3B5C"/>
                </a:solidFill>
                <a:latin typeface="Calibri"/>
              </a:rPr>
              <a:t>In your cluster vs in the SaaS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Intelligence (remote): autoscaling engine, rebalancer, spot prediction/reliability models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Execution (in-cluster): cluster-controller (create/drain/delete, CSR approvals), Evictor (pod moves), Pod Pinner (exact binding), Spot Handler (telemetry-only DaemonSet), Pod Mutator, Live controller, Kvisor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Watched resources: Node, Pod, PV/PVC, RC, Service, Deployment, RS, DaemonSet, StatefulSet, StorageClass, Job, CSINode, HPA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DaemonSet accounting uses the HIGHER of DS spec vs running DS pods — prevents scale loops with Workload Autoscaler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What triggers scaling — exact semantics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SCALE UP — only this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Pod in Pending with PodScheduled=False,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reason "Unschedulable" — verbatim definition.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CPU/memory pressure alone NEVER triggers it.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HPA adds pods → pods pend → autoscaler reacts.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00B0B9"/>
                </a:solidFill>
                <a:latin typeface="Calibri"/>
              </a:rPr>
              <a:t>SCALE DOWN — only this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EMPTY nodes: zero running pods.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Exited, static and DaemonSet pods are ignored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in the emptiness check.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Evictor/Rebalancer manufacture emptiness on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11201400" cy="2377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Instance selection order [Doc]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Filter viable instance types (template constraints · node-config subnets/AZs · commitments &amp; reservations first)  →  sort by price  →  pick cheapest fit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Zone pick: least-allocated cores → IP availability check → topology-spread feasibility → PVC-bound zones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Only whenUnsatisfiable: DoNotSchedule spreads onto NEW fault domains; ScheduleAnyway keeps bin-packing; minDomains unsupported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Provider-native labels (cloud.google.com/machine-family, karpenter.k8s.aws/instance-family) are NOT evaluated — use scheduling.cast.ai/*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Custom/extended resources cannot drive autoscaling (GPU/TPU/Neuron are first-class exceptions)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2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Prerequisites — the compatibility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183"/>
                <a:gridCol w="8814216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Sole autoscaler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CAST AI only. Cluster-autoscaler conflict; Karpenter mix = officially unsupported (undefined behavior)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Incompatible platforms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GKE Autopilot · EKS Auto Mode · EKS Fargate · AKS Automatic (→ use CAST AI Anywhere)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K8s versions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≥1.27 Pod Pinner · ≥1.30 CLM · ≥1.34 DRA GPU · AL2023 required for K8s ≥1.33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IAM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Dedicated instance profile; NEVER share with managed node groups; documented least-privilege policies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Egress to api/grpc/files.&lt;region&gt;.cast.ai :443 · registries ghcr.io/us-docker.pkg.dev · webhook :9443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Private clusters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AWS PrivateLink (4 VPC endpoints + private ECR mirror) · GCP Private Service Connect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Workload gates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PDB minAvailable≥1 everywhere · no imagePullPolicy:Always · startup probes &lt; nodeGracePeriod (5 min) · metrics-server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3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Installation — three supported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611880" cy="28346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1 · castctl (recommended)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brew install castctl / curl | bash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castctl auth login → cluster connect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Registers cluster, installs umbrella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chart, creates IAM. --dry-run preview.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import-config: node groups →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configs + templates (all clouds).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11880" cy="28346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2 · Console + Operator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castware-operator lifecycle mgmt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Phase 1: agent + spot-handler (RO)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Phase 2: cluster-controller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(extendedPermissions: true)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Legacy onboarding script: DEPRECATED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611880" cy="28346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3 · Terraform provider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castai/castai ≥ 3.11.0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module castai/eks-role-iam ~&gt; 2.0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castai_autoscaler / node_template /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node_configuration / rebalancing_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schedule resources per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11201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Calibri"/>
              </a:rPr>
              <a:t>Umbrella chart rules [Doc]: 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one namespace (castai-agent) · exactly one mode tag true (readonly / workload-autoscaler / node-autoscaler / full) · upgrade with --reset-then-reuse-values (Helm ≥3.14) · pin --version for config-only changes · K8s upgrades: control plane first, then roll nodes · AL2 EOL — AL2023 for K8s ≥1.33 · ghcr.io is the default registry, us-docker.pkg.dev the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4 · API-VERIFIED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Policies — documented defaults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9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257"/>
                <a:gridCol w="1744480"/>
                <a:gridCol w="661066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unschedulablePods.enabled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false (TF!)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Required for scale-up AND all rebalancing — #1 foot-gun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clusterLimits.cpu.maxCores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20 (min 2)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Hard cap on CAST nodes; 90–95 % alerts (Apr 2026); minCores DEPRECATED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nodeDownscaler.emptyNodesDelay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"300s"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Natural empties only — Evictor drains delete immediately (TTL bypassed)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scopedMode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Only taint-tolerant pods scale up; only managed-by=cast.ai nodes downscale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partialemplate matching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All terms must match unless enabled; sort: all-match &gt; count &gt; price/CPU desc &gt; name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drainTimeoutSec (node config)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0 = platform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Docs cite 20 m default / 180 max; since Aug 2026 downscaler honors it too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podPinner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K8s ≥1.27; status must be COMPATIBLE; audit webhook conflicts first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17720"/>
            <a:ext cx="11201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Calibri"/>
              </a:rPr>
              <a:t>⚠ V1→V2 breaking [Doc]: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Policies V2 removed headroom, headroom_spot, spot_instances, node_constraints, custom_instances_enabled, disk_gib_to_cpu_ratio. Evictor moved to its own API (/workload-eviction/v1/…/config). No bidirectional sync with node templates. Optimistic-lock the PATCH with 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5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Node Templates — scheduling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1 template ↔ 1 node configuration; default-by-castai is mandatory, undeletable, unrenamable (can be disabled).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Matching: explicit selector scheduling.cast.ai/node-template: &lt;name&gt; (recommended) &gt; custom labels; operator In only for the template key.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shouldTaint=true ⇒ node-template=&lt;name&gt;:NoSchedule taint — specialized pools stay clean; false lets anything land (default template pattern).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Constraint box: spot/OD offerings, CPU/RAM bounds, families include/exclude, arch (+priority), OS, AZs (∩ subnets), burstable, bare-metal, GPU blocks, sole-tenant (GKE), capacity reservations.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Instance-family prioritization = tiered queue that BEATS commitment-aware selection — put RI/SP/CUD-covered families top tier [Doc].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Guardrails: per-template CPU cap (upscale + rebalance; pods stay Pending with event at cap) · maxPricePerCpu spot ceiling (Jul 2026) · cost multipliers per instance type.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Capacity reservations: targeting locks type+AZ, auto-taint reserved=only:NoSchedule; order = reservation → RI/SP-covered OD → OD/Spot → Pending. Autoscaler pre-drains at Capacity Block end.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Min-nodes workaround: tiny helper Deployment + podAntiAffinity + removal-disabled labels (docs pattern).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6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Node Configurations — versioned node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Configs are versioned; changes apply to NEW nodes only — roll with a rebalance. Exactly one default per cluster.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Shared defaults: disk 100 GiB · ratio 1 CPU:0 GiB · init empty · kubelet {} · drainTimeoutSec 0 (platform default)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EKS: gp3/3000 IOPS/125 MiB/s · IMDSv1=true + hop-limit 2 · imageFamily AL2023 (K8s 1.33+) · threadsPerCpu · KMS needs ReEncrypt*/GenerateDataKey*/Encrypt/DescribeKey/Decrypt/CreateGrant · target-group IAM else unregistered nodes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EKS maxPods CEL presets: default N*(I−1)+2 · prefix-delegation N*(I−1)*P+2 · capped variant · custom-networking / SGPP variants — wrong formula = pods Pending with free CPU (classic)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Subnets: routable = IGW+public-map / TGW / NAT, or tag cast.ai/routable=true; EKS-only 'subnet by usage' needs AWS VPC CNI (off with custom networking/IPv6); /28 prefix blocks when delegation on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Zone selection: least-allocated cores → IP availability → abort; event 'there is no subnet with enough available IP addresses'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GKE: maxPods 110 (formula NUM_CPU/NUM_RAM_GB), Pod CIDR = maxPods×2 → pow2 · AKS: maxPods 30 (10–250), image families incl. Ubuntu 24.04 (≥1.36), Azure Linux, WS 2019/2022/2025, ephemeral OS disks, pod_subnet_id, accelerated networking</a:t>
            </a:r>
          </a:p>
          <a:p>
            <a:pPr lvl="1">
              <a:spcAft>
                <a:spcPts val="300"/>
              </a:spcAft>
            </a:pPr>
            <a:r>
              <a:rPr sz="1350" b="1" i="0">
                <a:solidFill>
                  <a:srgbClr val="8A94A6"/>
                </a:solidFill>
                <a:latin typeface="Calibri"/>
              </a:rPr>
              <a:t>· </a:t>
            </a:r>
            <a:r>
              <a:rPr sz="1150" b="1" i="0">
                <a:solidFill>
                  <a:srgbClr val="C0392B"/>
                </a:solidFill>
                <a:latin typeface="Calibri"/>
              </a:rPr>
              <a:t>Pitfalls: comma-separated AMI search silently returns ZERO results · duplicate kubelet --register-with-taints keeps only the LAST flag · Bottlerocket init = single-line TOML, GPU needs lockdown='none', Nitro-only, no CLM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7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Scale-up tuning — the funnel &amp; the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057400" cy="1051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Pending pods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Unschedulable only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945640"/>
            <a:ext cx="201168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61488" y="1508760"/>
            <a:ext cx="2057400" cy="1051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Bin-pack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+ DS higher-of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8888" y="1945640"/>
            <a:ext cx="201168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0056" y="1508760"/>
            <a:ext cx="2057400" cy="1051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Template match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explicit selector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77456" y="1945640"/>
            <a:ext cx="201168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78624" y="1508760"/>
            <a:ext cx="2057400" cy="1051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Commitments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RI→SP / CUD→Flex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36024" y="1945640"/>
            <a:ext cx="201168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37192" y="1508760"/>
            <a:ext cx="2057400" cy="1051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Cheapest fit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60–120 s node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063240"/>
          <a:ext cx="1120139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3478"/>
                <a:gridCol w="6977921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FailedUpscaling cause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Documented fix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maxPods wall (c6g.2xlarge = 58)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ENABLE_PREFIX_DELEGATION=true on aws-node · or raise template Min CPU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Subnet IP exhaustion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Free IPs / add subnets+AZs / tune WARM_*; event is explicit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Zone topology-spread (5 event variants)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Subnet per zone · widen template AZs · reconcile selector/PVC zones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GPU custom resource requests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Cannot drive scaling — use first-class GPU/TPU/Neuron or DRA-MPS (1.34+)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Template / cluster CPU cap hit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Pods stay Pending by design; pod event names the policy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GKE pd-standard vs C3/C3D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WaitForFirstConsumer + volume.scheduling.cast.ai/pd-standard:'true'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F3B5C"/>
                </a:solidFill>
                <a:latin typeface="Calibri"/>
              </a:rPr>
              <a:t>Latency levers: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AL2023 + short init (≤12 KB) · broader templates (drought-proof) · Pod Pinner for big bursts · spare capacity in POD replicas, not node headroom (V2 removed headroom fields).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8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Scale-down &amp; Evictor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Calibri"/>
              </a:rPr>
              <a:t>TTL paradox [Doc verbatim rule]: </a:t>
            </a:r>
            <a:r>
              <a:rPr sz="1350" b="0" i="0">
                <a:solidFill>
                  <a:srgbClr val="1A1A2E"/>
                </a:solidFill>
                <a:latin typeface="Calibri"/>
              </a:rPr>
              <a:t>empty-node TTL applies only to naturally-emptied nodes (job done, scale-down). When Evictor actively drains a node, it is deleted IMMEDIATELY — the configured TTL does not apply.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377440"/>
          <a:ext cx="1120139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01"/>
                <a:gridCol w="2754442"/>
                <a:gridCol w="532525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Evictor default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Guidance [Doc]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cycleInterval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60 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≤200 nodes 1m · 200–500 → 5m · 500+ → 10m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nodeGracePeriodMinutes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Raise to worst-case pod startup (JVM!)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maxTargetNodesPerCycle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200–500 → 10 · 500+ → 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dryRun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on (manual)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Observe a week before activating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CPVPA sizing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200Mi/2Gi + 256Mi/20 nodes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500+ nodes → 128Mi/10 · freezes via scale 0/1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89120"/>
            <a:ext cx="11201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Modes: default (multi-replica) · aggressive (+single-replica + Jobs — 'not advised for production') · scoped (only managed-by=cast.ai nodes, Helm-only)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PDBs ALWAYS respected, in every mode, even for disposable pods — minAvailable: 1 is the documented floor.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Protection: removal-disabled (node+pod) · disposable · live-migration-disabled · safe-to-evict true/false; protection applies only to RUNNING pods (terminal Job pods lose it — annotate the node).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Soft tainting (chart ≥0.33.193) = PreferNoSchedule safety-net instead of hard cordon · OSS-Karpenter cleanup (≥0.33.196) deletes NodeClaims.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8/10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Evictor vs Rebalancer — use both,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24"/>
                <a:gridCol w="4590737"/>
                <a:gridCol w="4590737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Evictor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Rebalancer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Solves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"wasted space" — pod consolidation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"wrong infrastructure" — node replacement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Empties existing ones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Adds new, removes old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Continuous (60 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On-demand / scheduled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Disruption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Lower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Higher (whole-node replace)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Single replica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✗ std / ✓ aggr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✓ /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StatefulSet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✗ std · CLM auto-migrates eligible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✓ / ✓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A1A2E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always 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onboarding · DS changes · weekly cadence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9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Spot optimization — the safety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Prediction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ML model: 1h window (AWS) ·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3h (GCP) · node-level re-eval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every 10 min. Replacement-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FIRST drain. Drain label: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draining=spot-prediction.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AWS rebalance-rec source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removed Jul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Fallback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spot-fallback OD when capacity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fails + re-review interval to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return to spot. Toleration: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scheduling.cast.ai/spot-fallback.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Rebalancer IGNORES removal-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disabled on fallback nodes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(by design — avoid cost leak).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611880" cy="26517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F3B5C"/>
                </a:solidFill>
                <a:latin typeface="Calibri"/>
              </a:rPr>
              <a:t>Reliability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enableSpotReliability +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price tolerance 0–100 %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(default 100 = most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aggressive). Scores nodes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via label spot-reliability.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Diversified Spot DEPRECATED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in favor of Reliability.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06240"/>
            <a:ext cx="11201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3B5C"/>
                </a:solidFill>
                <a:latin typeface="Calibri"/>
              </a:rPr>
              <a:t>Adoption pattern [Engineering on Doc]: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template spot+fallback+prediction → PDBs + multi-replica + tolerations (or Pod Mutations percentage rollout: only-spot / preferred-spot / optional-spot 0–100 %, enforcer: spot-reschedule) → game day with simulate-spot-interruption API → ramp % · validate sampling ≈2 % of spot cost (capped 10 %) · drain labels spot-interruption / spot-prediction / spot-fallback prove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10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Rebalancing — plans, graceful mode, schedules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606040" cy="1234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Generating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cheapest redistribution (same engine)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189992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1371600"/>
            <a:ext cx="2606040" cy="1234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Ready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preview savings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71032" y="189992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371600"/>
            <a:ext cx="2606040" cy="1234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In progress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create → prepare(80m) → drain → delete 1-by-1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33104" y="1899920"/>
            <a:ext cx="256032" cy="177800"/>
          </a:xfrm>
          <a:prstGeom prst="rightArrow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89136" y="1371600"/>
            <a:ext cx="2606040" cy="1234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00" b="1" i="0">
                <a:solidFill>
                  <a:srgbClr val="00B0B9"/>
                </a:solidFill>
                <a:latin typeface="Calibri"/>
              </a:rPr>
              <a:t>Completed/Partial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>drain-failed annotation + 3h auto-uncordon*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926080"/>
          <a:ext cx="1120139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27"/>
                <a:gridCol w="853877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Schedule setting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Documented default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Drain timeout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20 min · max 180 min · graceful = cordon+keep (PDBs strict) vs forceful (PDBs may break)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Max batch size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0 = all nodes · min node age 0 = any age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Sort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NormalizedPrice (default) · UtilizedPrice (1:7 CPU:RAM — best for most) · Utilization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Savings gates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triggerConditions.savingsPercentage (skip) + achievedSavingsPercentage (mid-flight abort → new nodes deleted)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Targeting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UI terms AND; API nodeSelectorTerms give OR (In with multiple values)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5394960"/>
            <a:ext cx="11201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C0392B"/>
                </a:solidFill>
                <a:latin typeface="Calibri"/>
              </a:rPr>
              <a:t>⚠ Known traps [Doc]: </a:t>
            </a:r>
            <a:r>
              <a:rPr sz="1250" b="0" i="0">
                <a:solidFill>
                  <a:srgbClr val="1A1A2E"/>
                </a:solidFill>
                <a:latin typeface="Calibri"/>
              </a:rPr>
              <a:t>targeting cordoned nodes skips the WHOLE run · problematic workloads excluded (custom-label affinity → map a Node Template) · aggressiveModeConfig.ignoreLocalPersistentVolumes = DATA LOSS · paused drain = plans only, never schedules · *API default uncordonAfterSeconds=1800 vs docs prose 3h — flagged conflict.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11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Advanced: Container Live Migration &amp; Hibernation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480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500" b="1" i="0">
                <a:solidFill>
                  <a:srgbClr val="1F3B5C"/>
                </a:solidFill>
                <a:latin typeface="Calibri"/>
              </a:rPr>
              <a:t>CLM (CRIU)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K8s 1.30+ · containerd v2+ · both nodes CAST-managed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EKS: AL2023 only (kernel 6.1/6.12/6.18 by K8s version);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Bottlerocket/AL2 ✗ · GKE COS/Ubuntu · AKS Ubuntu/AL3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Single arch + same-generation families; ARM64 = full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dump freeze (no incremental — cannot be overcome)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TCP paths: VPC CNI (IP kept, same subnet, no prefix-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delegation/IPv6/multi-NIC) · TC (kernel 6.6+, IPv4 TCP)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Calico VXLAN (own risk)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Excluded: GPU · DaemonSets · tty · hostPath · io_uring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MPTCP · eBPF · privileged; StatefulSets keep names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Evictor matrix: migrate → fallback evict; StatefulSet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w/o disposable stays on source; SPOT: call support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440680" cy="44805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500" b="1" i="0">
                <a:solidFill>
                  <a:srgbClr val="1F3B5C"/>
                </a:solidFill>
                <a:latin typeface="Calibri"/>
              </a:rPr>
              <a:t>Cluster hibernation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Connected → Hibernating → Hibernated → Resuming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Control plane + PVs keep billing; &gt;1000 nodes may fail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Resume node: CriticalAddonsOnly taint (post 2026-05-25)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+ min chart floors (agent 0.139.0, controller 0.90.0…)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EKS: default node config needs nodeGroupArn (IAM role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ARN — TF/API only) for aws-auth CONFIG_MAP mode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Schedules via API/TF/console · manual PAUSE/resume jobs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Resume node NOT auto-removed → rebalance afterward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Webhooks: ignore-during-hibernation annotation;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Gatekeeper×Kyverno Fail-policies deadlock → tolerations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+ kube-system exclusions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12 ·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Troubleshooting — the top 10 of 22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9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88"/>
                <a:gridCol w="4774367"/>
                <a:gridCol w="587614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First move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Pods Pending, CPU free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allocatable.pods vs running count → prefix delegation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Nodes NotReady after join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aws-auth / access entries for instance-profile role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Bottlerocket 5+ min Ready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set dnsClusterIp (kube-dns ClusterIP)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Zone topology-spread events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5 variants — subnets/AZs/maxSkew/PVC conflict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 subnet with enough IPs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ENI inventory cmd; add subnets/AZs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Evictor idle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PDBs at 0 disruptions · 5-min age · labels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Evictor 429 PDB stalls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lower targets/cycle · fix minAvailable==replicas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drain-failed residue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clear annotation → uncordon (or force-drain)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Hibernation resume auth error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nodeGroupArn (IAM role) on default config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Controller not responding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snapshots_received=0? processed=0? → who owns it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13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Monitoring &amp;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01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Surfaces: cluster audit log (90-day retention → archive) · org activity log · notifications (Slack/webhook, expire after 24h) · OSS OTel exporter castai/audit-logs-receiver → SIEM · k8s events (Unscheduled Pods Policy Applied, Migration* events)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Critical alarms: agent can't connect · Cluster controller not responding · IP Address quota exceeded · Spot quota exceeded (Critical w/o fallback / Warning with) · Node config validation failed · Cost anomaly on {metric}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Agent health metrics [Doc]: castai_autoscaler_agent_snapshots_received_total = 0 → agent/network issue; received&gt;0 with processed=0 → '100% Cast AI issue' (verbatim) — evidence for support.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Labels to watch: autoscaling.cast.ai/draining ∈ {rebalancing, spot-prediction, spot-fallback, spot-interruption, evictor} · managed-by · spot-reliability score · drain-failed + uncordon-after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0B0B9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SLO inputs: 60–120 s provisioning expectation · 15 s agent sync · pending-pod alert kube_pod_status_phase{phase=Pending} ≥ 15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14 · [DOC]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Cost optimization — exact report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813"/>
                <a:gridCol w="8630586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Formula / gate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Savings (realized)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realized = projected − actual · WOOP = (orig−current requests)×unit cost · cards hidden &lt;20 % adoption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4 factors, computed once/day; history (≥7d to takeover) → peers → industry avg; &lt;14-day cluster = ABSENT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Efficiency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Overprovisioning % = 100 − (Requested ÷ Provisioned ×100)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Cost comparison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≤30-day windows, like-for-like; &gt;1000 % delta = period A idle/over-provisioned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Total compute cost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public inventory + YOUR Price adjustments; monthly = hourly avg ×24 ×730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Commitments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utilization = ½·provCPU/total + ½·provMEM/total · import hourly · families top-tier in templates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11201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392B"/>
                </a:solidFill>
                <a:latin typeface="Calibri"/>
              </a:rPr>
              <a:t>Documentation gaps to keep honest [flagged]: </a:t>
            </a:r>
            <a:r>
              <a:rPr sz="1300" b="0" i="0">
                <a:solidFill>
                  <a:srgbClr val="1A1A2E"/>
                </a:solidFill>
                <a:latin typeface="Calibri"/>
              </a:rPr>
              <a:t>CAST AI fee / gross-vs-net NOT stated anywhere · no separate spot-savings line (spot = cheaper actuals) · projection formulas unpublished · savings listing only after 2025-08-06 · confirm with CSM before quoting net ROI.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15 · [ENGINEERING ON DOC]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Three production configuration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39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554"/>
                <a:gridCol w="2846257"/>
                <a:gridCol w="3121701"/>
                <a:gridCol w="3029886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🛡 Conservative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⚖️ Balanced (default)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💰 Cost-optimized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Cluster max CPU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peak +50 %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peak +30 %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peak +15 % + alerts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emptyNodesDelay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600–900 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300 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60–120 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Spot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optional pool, fallback, reliability 50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pool, fallback, reliability 50–70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spot-first 70–100 % + enforcer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Evictor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default, 5 min grace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default + per-ns disposables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aggressive on batch namespaces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manual, ≥20 % threshold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weekly graceful 10–20 %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nightly spot-targeted ≥10 %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Hibernation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manual only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dev/stage schedules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schedules widely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2E"/>
                          </a:solidFill>
                          <a:latin typeface="Calibri"/>
                        </a:rPr>
                        <a:t>Fallbacks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delayed CA / GKE Watchdog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CH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14 operational playbooks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 Onboard a cluster (30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P2 Enable Evictor safely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98064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P3 Adopt Spot in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11296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P4 Standing rebalance cadence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24528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P5 Drain-failed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37760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P6 Hibernation for dev/stage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650992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P7 K8s version upgrade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P8 AL2 → AL2023 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84832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P9 Scoped-mode enablement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98064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P10 Commitments onboarding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511296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P11 GPU Capacity Blocks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24528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P12 PrivateLink air-gap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937760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P13 CAST AI control-plane incident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650992"/>
            <a:ext cx="5440680" cy="56692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00B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350" b="1" i="0">
                <a:solidFill>
                  <a:srgbClr val="00B0B9"/>
                </a:solidFill>
                <a:latin typeface="Calibri"/>
              </a:rPr>
              <a:t>P14 Clean offboarding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PART 4 · HONESTY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Benchmark framework — method, not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01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Calibri"/>
              </a:rPr>
              <a:t>The CAST AI docs publish NO benchmark numbers. 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This framework is a test method — every cell is a placeholder you fill with your own game-day measurements.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423160"/>
          <a:ext cx="1120139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331"/>
                <a:gridCol w="789606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Pass criteria</a:t>
                      </a:r>
                    </a:p>
                  </a:txBody>
                  <a:tcPr marL="73152" marR="54864" marT="18288" marB="18288" anchor="ctr">
                    <a:solidFill>
                      <a:srgbClr val="0F24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1 Baseline scale-up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node in 60–120 s band; empty node removed after emptyNodesDelay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3 Spot interruption drill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simulate-spot-interruption → drain label → PDBs hold → reschedule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4 Prediction drill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replacement node exists BEFORE interruption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6 Subnet exhaustion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documented event + node lands in next-least-allocated zone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7 Evictor consolidation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merge without PDB violations; immediate delete (TTL bypass confirmed)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8 Rebalance round-trip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achievedSavings ≥ threshold; zero drain-failed residue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9 Hibernation round-trip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Critical components validated clean; resume-node cleanup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A1A2E"/>
                          </a:solidFill>
                          <a:latin typeface="Calibri"/>
                        </a:rPr>
                        <a:t>10 CLM migration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A1A2E"/>
                          </a:solidFill>
                          <a:latin typeface="Calibri"/>
                        </a:rPr>
                        <a:t>MigrationFinished; freeze window measured; connections continuous</a:t>
                      </a:r>
                    </a:p>
                  </a:txBody>
                  <a:tcPr marL="73152" marR="54864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B0B9"/>
                </a:solidFill>
                <a:latin typeface="Calibri"/>
              </a:rPr>
              <a:t>TRUST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Known gaps &amp; source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00B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94A6"/>
                </a:solidFill>
                <a:latin typeface="Calibri"/>
              </a:rPr>
              <a:t>CAST AI Node Autoscaler — Production Engineering Guide · docs snapshot 2026-10-17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4206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Documentation gaps [flagged, not invented]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CAST AI fee in savings math (gross vs net)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Savings projection formulas unpublished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Empty-node TTL prose default vs API 300 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Drain-fail uncordon: prose 3h vs API 1800 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GPU-sharing support contradiction between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   two docs pages (Bottlerocket vs AL2023)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Spot Handler is telemetry-ONLY (often mis-sold)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Changelog ends Sep 2026; Oct 2026 404 at 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440680" cy="4206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Source base (all fetched 2026-10-17)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~95 docs pages via .md endpoints (HTTP 200)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9 API reference pages (policies v2, evictor,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   templates, configurations, rebalancing)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Changelog Aug 2025 → Sep 2026 monthly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Indexes: llms.txt + node-autoscaling +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   monitoring-reporting + API llms.txt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· GitHub: helm-charts · terraform-provider ·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   privatelink-aws · audit-logs-receiver ·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1A1A2E"/>
                </a:solidFill>
                <a:latin typeface="Calibri"/>
              </a:rPr>
              <a:t>   hibernate · spot-drought simulator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Start on Balanced. Prove it. Then optimize.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BDE8EA"/>
                </a:solidFill>
                <a:latin typeface="Calibri"/>
              </a:rPr>
              <a:t>1 · Read-only + Cloud Connect → Efficiency report baseline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BDE8EA"/>
                </a:solidFill>
                <a:latin typeface="Calibri"/>
              </a:rPr>
              <a:t>2 · Balanced profile → Evictor dry-run week → activate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BDE8EA"/>
                </a:solidFill>
                <a:latin typeface="Calibri"/>
              </a:rPr>
              <a:t>3 · Spot with prediction + PDBs → simulated interruption game day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BDE8EA"/>
                </a:solidFill>
                <a:latin typeface="Calibri"/>
              </a:rPr>
              <a:t>4 · Weekly graceful rebalancing with savings gates → commitments in top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A94A6"/>
                </a:solidFill>
                <a:latin typeface="Calibri"/>
              </a:rPr>
              <a:t>Source: cast-ai-node-autoscaler-handbook.md (1,828 lines) · docs.cast.ai snapshot 2026-10-17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