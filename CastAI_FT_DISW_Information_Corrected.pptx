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Cast AI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96CF"/>
                </a:solidFill>
              </a:defRPr>
            </a:pPr>
            <a:r>
              <a:t>Cast AI compared to Karpenter</a:t>
            </a:r>
            <a:br/>
            <a:r>
              <a:t>AMI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Unrestricted | © Siemens 2026 | &lt;Owner&gt; | Public Cloud 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09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Comparison between Karpenter &amp; Cast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Unrestricted | © Siemens 2026 | &lt;Owner&gt; | Public Cloud 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Optimization Strategy of Karpenter: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Karpenter optimizes provisioned infrastructure through node auto-scaling.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CPU and memory are scaled automatically based on workload demand.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Savings come from reducing over-provisioned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CF"/>
                </a:solidFill>
              </a:defRPr>
            </a:pPr>
            <a:r>
              <a:t>Optimization Strategy of Cast AI: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Cast AI optimizes both infrastructure and workloads.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Node auto-scaling: CPU and memory are scaled automatically.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Workload rightsizing: container resource requests are tuned to actual usage.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Right-sized workloads reduce required node capacity and cost further.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20440"/>
            <a:ext cx="11247120" cy="822960"/>
          </a:xfrm>
          <a:prstGeom prst="roundRect">
            <a:avLst/>
          </a:prstGeom>
          <a:solidFill>
            <a:srgbClr val="E6F4FA"/>
          </a:solidFill>
          <a:ln>
            <a:solidFill>
              <a:srgbClr val="009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366"/>
                </a:solidFill>
              </a:defRPr>
            </a:pPr>
            <a:r>
              <a:t>Benchmark: Replacing Karpenter with the full CAST AI Autoscaler delivered up to 43% realized savings on comparable workloads.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262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Additional capabilities with the full CAST AI Autoscaler: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Predictive Spot instance reliability with automated fallback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Topology Spread Constraints and PDB-aware rebalancing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Commitment-aware instance selection (Reserved Instances / Savings Plans)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Partnership support and Hypercare from CAST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How Cast AI handles AMI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Unrestricted | © Siemens 2026 | &lt;Owner&gt; | Public Cloud 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Automated rolling AMI replacement: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Cast AI keeps EKS worker nodes on the latest approved image.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When a newer approved AMI is available, nodes are replaced (not patched in place).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Replacement follows a disruption-aware rolling process, similar to rebalancing.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Designed to minimize disruption when workloads follow Kubernetes best practices.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AMI Selection Models — choose the right level of control: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CF"/>
                </a:solidFill>
              </a:defRPr>
            </a:pPr>
            <a:r>
              <a:t>1. Fully Automatic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Cast AI selects the latest compatible AWS image.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Lowest effort; fastest security patch adoption.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10896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CF"/>
                </a:solidFill>
              </a:defRPr>
            </a:pPr>
            <a:r>
              <a:t>2. Controlled Pattern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Teams define the approved image family.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Cast AI picks the newest match within guardrails.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CF"/>
                </a:solidFill>
              </a:defRPr>
            </a:pPr>
            <a:r>
              <a:t>3. Pinned AMI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Teams define one specific image.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Maximum control; updates remain the team's responsibility.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526280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6CF"/>
                </a:solidFill>
              </a:defRPr>
            </a:pPr>
            <a:r>
              <a:t>4. Customer / Hardened AMIs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Teams provide a custom image or image selector.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Cast AI uses the selected image for node provisioning.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